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8"/>
    <p:sldId id="273" r:id="rId29"/>
    <p:sldId id="274" r:id="rId30"/>
    <p:sldId id="275" r:id="rId31"/>
    <p:sldId id="276" r:id="rId32"/>
    <p:sldId id="277" r:id="rId33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GoogleSansFlexMedium-regular.fntdata"/><Relationship Id="rId21" Type="http://schemas.openxmlformats.org/officeDocument/2006/relationships/slide" Target="slides/slide16.xml"/><Relationship Id="rId24" Type="http://schemas.openxmlformats.org/officeDocument/2006/relationships/font" Target="fonts/GoogleSansFlex-regular.fntdata"/><Relationship Id="rId23" Type="http://schemas.openxmlformats.org/officeDocument/2006/relationships/font" Target="fonts/GoogleSansFlex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GoogleSansFlexSemiBold-regular.fntdata"/><Relationship Id="rId25" Type="http://schemas.openxmlformats.org/officeDocument/2006/relationships/font" Target="fonts/GoogleSansFlex-bold.fntdata"/><Relationship Id="rId27" Type="http://schemas.openxmlformats.org/officeDocument/2006/relationships/font" Target="fonts/GoogleSansFlex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  <Relationship Id="rId28" Type="http://schemas.openxmlformats.org/officeDocument/2006/relationships/slide" Target="slides/slide17.xml"/>
  <Relationship Id="rId29" Type="http://schemas.openxmlformats.org/officeDocument/2006/relationships/slide" Target="slides/slide18.xml"/>
  <Relationship Id="rId30" Type="http://schemas.openxmlformats.org/officeDocument/2006/relationships/slide" Target="slides/slide19.xml"/>
  <Relationship Id="rId31" Type="http://schemas.openxmlformats.org/officeDocument/2006/relationships/slide" Target="slides/slide20.xml"/>
  <Relationship Id="rId32" Type="http://schemas.openxmlformats.org/officeDocument/2006/relationships/slide" Target="slides/slide21.xml"/>
  <Relationship Id="rId33" Type="http://schemas.openxmlformats.org/officeDocument/2006/relationships/slide" Target="slides/slide22.xml"/>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Note:</a:t>
            </a: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Please download this template to make your edits and submit the final version.</a:t>
            </a: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rotWithShape="0" algn="bl" dir="5400000" dist="1905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different is it from any of the other existing ideas?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will it be able to solve the problem?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USP of the proposed solution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