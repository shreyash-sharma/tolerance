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8"/>
    <p:sldId id="273" r:id="rId29"/>
    <p:sldId id="274" r:id="rId30"/>
    <p:sldId id="275" r:id="rId31"/>
    <p:sldId id="276" r:id="rId32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1" Type="http://schemas.openxmlformats.org/officeDocument/2006/relationships/slide" Target="slides/slide16.xml"/><Relationship Id="rId24" Type="http://schemas.openxmlformats.org/officeDocument/2006/relationships/font" Target="fonts/GoogleSansFlex-regular.fntdata"/><Relationship Id="rId23" Type="http://schemas.openxmlformats.org/officeDocument/2006/relationships/font" Target="fonts/GoogleSansFlexMedium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oogleSansFlexSemiBold-regular.fntdata"/><Relationship Id="rId25" Type="http://schemas.openxmlformats.org/officeDocument/2006/relationships/font" Target="fonts/GoogleSansFlex-bold.fntdata"/><Relationship Id="rId27" Type="http://schemas.openxmlformats.org/officeDocument/2006/relationships/font" Target="fonts/GoogleSansFlex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  <Relationship Id="rId28" Type="http://schemas.openxmlformats.org/officeDocument/2006/relationships/slide" Target="slides/slide17.xml"/>
  <Relationship Id="rId29" Type="http://schemas.openxmlformats.org/officeDocument/2006/relationships/slide" Target="slides/slide18.xml"/>
  <Relationship Id="rId30" Type="http://schemas.openxmlformats.org/officeDocument/2006/relationships/slide" Target="slides/slide19.xml"/>
  <Relationship Id="rId31" Type="http://schemas.openxmlformats.org/officeDocument/2006/relationships/slide" Target="slides/slide20.xml"/>
  <Relationship Id="rId32" Type="http://schemas.openxmlformats.org/officeDocument/2006/relationships/slide" Target="slides/slide21.xml"/>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