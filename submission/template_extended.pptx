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28" Type="http://schemas.openxmlformats.org/officeDocument/2006/relationships/slide" Target="slides/slide17.xml"/>
  <Relationship Id="rId29" Type="http://schemas.openxmlformats.org/officeDocument/2006/relationships/slide" Target="slides/slide18.xml"/>
  <Relationship Id="rId30" Type="http://schemas.openxmlformats.org/officeDocument/2006/relationships/slide" Target="slides/slide19.xml"/>
  <Relationship Id="rId31" Type="http://schemas.openxmlformats.org/officeDocument/2006/relationships/slide" Target="slides/slide20.xml"/>
  <Relationship Id="rId32" Type="http://schemas.openxmlformats.org/officeDocument/2006/relationships/slide" Target="slides/slide21.xml"/>
  <Relationship Id="rId33" Type="http://schemas.openxmlformats.org/officeDocument/2006/relationships/slide" Target="slides/slide22.xml"/>
  <Relationship Id="rId34" Type="http://schemas.openxmlformats.org/officeDocument/2006/relationships/slide" Target="slides/slide23.xml"/>
  <Relationship Id="rId35" Type="http://schemas.openxmlformats.org/officeDocument/2006/relationships/slide" Target="slides/slide24.xml"/>
  <Relationship Id="rId36" Type="http://schemas.openxmlformats.org/officeDocument/2006/relationships/slide" Target="slides/slide25.xml"/>
  <Relationship Id="rId37" Type="http://schemas.openxmlformats.org/officeDocument/2006/relationships/slide" Target="slides/slide26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