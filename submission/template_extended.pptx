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86" r:id="rId42"/>
    <p:sldId id="287" r:id="rId43"/>
    <p:sldId id="288" r:id="rId44"/>
    <p:sldId id="289" r:id="rId45"/>
    <p:sldId id="290" r:id="rId46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
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GoogleSansFlexMedium-regular.fntdata"/><Relationship Id="rId21" Type="http://schemas.openxmlformats.org/officeDocument/2006/relationships/slide" Target="slides/slide16.xml"/><Relationship Id="rId24" Type="http://schemas.openxmlformats.org/officeDocument/2006/relationships/font" Target="fonts/GoogleSansFlex-regular.fntdata"/><Relationship Id="rId23" Type="http://schemas.openxmlformats.org/officeDocument/2006/relationships/font" Target="fonts/GoogleSansFlexMedium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GoogleSansFlexSemiBold-regular.fntdata"/><Relationship Id="rId25" Type="http://schemas.openxmlformats.org/officeDocument/2006/relationships/font" Target="fonts/GoogleSansFlex-bold.fntdata"/><Relationship Id="rId27" Type="http://schemas.openxmlformats.org/officeDocument/2006/relationships/font" Target="fonts/GoogleSansFlexSemiBold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  <Relationship Id="rId28" Type="http://schemas.openxmlformats.org/officeDocument/2006/relationships/slide" Target="slides/slide17.xml"/>
  <Relationship Id="rId29" Type="http://schemas.openxmlformats.org/officeDocument/2006/relationships/slide" Target="slides/slide18.xml"/>
  <Relationship Id="rId30" Type="http://schemas.openxmlformats.org/officeDocument/2006/relationships/slide" Target="slides/slide19.xml"/>
  <Relationship Id="rId31" Type="http://schemas.openxmlformats.org/officeDocument/2006/relationships/slide" Target="slides/slide20.xml"/>
  <Relationship Id="rId32" Type="http://schemas.openxmlformats.org/officeDocument/2006/relationships/slide" Target="slides/slide21.xml"/>
  <Relationship Id="rId33" Type="http://schemas.openxmlformats.org/officeDocument/2006/relationships/slide" Target="slides/slide22.xml"/>
  <Relationship Id="rId34" Type="http://schemas.openxmlformats.org/officeDocument/2006/relationships/slide" Target="slides/slide23.xml"/>
  <Relationship Id="rId35" Type="http://schemas.openxmlformats.org/officeDocument/2006/relationships/slide" Target="slides/slide24.xml"/>
  <Relationship Id="rId36" Type="http://schemas.openxmlformats.org/officeDocument/2006/relationships/slide" Target="slides/slide25.xml"/>
  <Relationship Id="rId37" Type="http://schemas.openxmlformats.org/officeDocument/2006/relationships/slide" Target="slides/slide26.xml"/>
  <Relationship Id="rId38" Type="http://schemas.openxmlformats.org/officeDocument/2006/relationships/slide" Target="slides/slide27.xml"/>
  <Relationship Id="rId39" Type="http://schemas.openxmlformats.org/officeDocument/2006/relationships/slide" Target="slides/slide28.xml"/>
  <Relationship Id="rId40" Type="http://schemas.openxmlformats.org/officeDocument/2006/relationships/slide" Target="slides/slide29.xml"/>
  <Relationship Id="rId41" Type="http://schemas.openxmlformats.org/officeDocument/2006/relationships/slide" Target="slides/slide30.xml"/>
  <Relationship Id="rId42" Type="http://schemas.openxmlformats.org/officeDocument/2006/relationships/slide" Target="slides/slide31.xml"/>
  <Relationship Id="rId43" Type="http://schemas.openxmlformats.org/officeDocument/2006/relationships/slide" Target="slides/slide32.xml"/>
  <Relationship Id="rId44" Type="http://schemas.openxmlformats.org/officeDocument/2006/relationships/slide" Target="slides/slide33.xml"/>
  <Relationship Id="rId45" Type="http://schemas.openxmlformats.org/officeDocument/2006/relationships/slide" Target="slides/slide34.xml"/>
  <Relationship Id="rId46" Type="http://schemas.openxmlformats.org/officeDocument/2006/relationships/slide" Target="slides/slide35.xml"/>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